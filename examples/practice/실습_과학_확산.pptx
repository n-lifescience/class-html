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생각을 두세 개 듣고 넘어간다. 바람 때문이라는 답이 나오면 창문을 닫아도 퍼진다는 점을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비커를 흔들거나 저으면 확산이 아니라 섞기가 된다. 3번에서는 두 비커에 동시에 떨어뜨리게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가로축을 온도, 세로축을 시간으로 하여 그래프를 그려 보게 한다. 온도가 높아질수록 시간이 줄어드는 곡선이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③. 빨래가 마르는 것은 액체 표면의 입자가 기체로 날아가는 증발이다.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확산: ㄱ, ㄷ, ㅁ / 증발: ㄴ, ㄹ, 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시간: 증발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64592" cy="2377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중학교 과학 · 입자의 운동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냄새는 어떻게 퍼질까?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확산과 입자의 운동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 목표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1. 확산 현상을 입자의 운동으로 설명할 수 있다.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2. 온도에 따라 확산 빠르기가 달라지는 까닭을 설명할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교실 앞에서 향수 뚜껑을 열면?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생각 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교실 앞 교탁에서 향수병 뚜껑을 열면 잠시 뒤 맨 뒷자리 학생도 냄새를 맡을 수 있다.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창문을 모두 닫아 바람이 없는데도 냄새가 퍼지는 이유는 무엇일까?</a:t>
            </a:r>
          </a:p>
        </p:txBody>
      </p:sp>
      <p:pic>
        <p:nvPicPr>
          <p:cNvPr id="6" name="Picture 5" descr="향수병에서 냄새 입자가 퍼져 뒷자리 학생에게 닿는 모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669280" cy="3307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확산이란?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확산: 물질을 이루는 입자가 스스로 움직여 다른 물질 속으로 퍼져 나가는 현상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입자는 끊임없이 스스로 움직이기 때문에 확산이 일어난다.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생활 속 다양한 확산의 예를 통해 확산에 대해 알아봅시다!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향수 냄새가 방 안에 퍼진다.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물에 잉크를 떨어뜨리면 물 전체로 퍼진다.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티백을 넣은 물의 색이 점점 진해진다.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잉크가 퍼지는 모습을 입자로 나타내면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개념</a:t>
            </a:r>
          </a:p>
        </p:txBody>
      </p:sp>
      <p:pic>
        <p:nvPicPr>
          <p:cNvPr id="5" name="Picture 4" descr="처음, 1분 뒤, 5분 뒤에 잉크 입자가 물 입자 사이로 퍼지는 입자 모형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34440"/>
            <a:ext cx="9601200" cy="3968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40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잉크 입자와 물 입자가 모두 스스로 움직이므로 시간이 지나면 잉크 입자가 물 전체에 고르게 퍼진다.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실험: 물의 온도와 확산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766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6B7078"/>
                </a:solidFill>
                <a:latin typeface="맑은 고딕"/>
                <a:ea typeface="맑은 고딕"/>
                <a:cs typeface="맑은 고딕"/>
              </a:rPr>
              <a:t>준비물: 비커 2개, 찬물(10 ℃), 따뜻한 물(60 ℃), 잉크, 스포이트, 초시계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1. 비커 2개에 찬물과 따뜻한 물을 200 mL씩 담는다.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2. 물이 잔잔해질 때까지 1분 동안 기다린다.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3. 두 비커에 잉크를 한 방울씩 동시에 떨어뜨린다.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4. 잉크가 비커 전체에 고르게 퍼질 때까지 걸린 시간을 잰다.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5. 결과를 표에 기록한다.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B3261E"/>
                </a:solidFill>
                <a:latin typeface="맑은 고딕"/>
                <a:ea typeface="맑은 고딕"/>
                <a:cs typeface="맑은 고딕"/>
              </a:rPr>
              <a:t>※ 뜨거운 물에 손을 데지 않게 조심한다.</a:t>
            </a:r>
          </a:p>
        </p:txBody>
      </p:sp>
      <p:pic>
        <p:nvPicPr>
          <p:cNvPr id="6" name="Picture 5" descr="10 ℃ 물과 60 ℃ 물이 담긴 비커 위에서 스포이트로 잉크를 떨어뜨리는 장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4297680" cy="27348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실험 결과 (예시)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64592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물의 온도 (℃)</a:t>
                      </a:r>
                    </a:p>
                  </a:txBody>
                  <a:tcPr anchor="ctr"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anchor="ctr"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anchor="ctr"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</a:t>
                      </a:r>
                    </a:p>
                  </a:txBody>
                  <a:tcPr anchor="ctr">
                    <a:solidFill>
                      <a:srgbClr val="CCEA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잉크가 고르게 퍼진 시간 (초)</a:t>
                      </a:r>
                    </a:p>
                  </a:txBody>
                  <a:tcPr anchor="ctr"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2918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물의 온도가 높을수록 잉크가 퍼지는 데 걸리는 시간이 짧다.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6B7078"/>
                </a:solidFill>
                <a:latin typeface="맑은 고딕"/>
                <a:ea typeface="맑은 고딕"/>
                <a:cs typeface="맑은 고딕"/>
              </a:rPr>
              <a:t>※ 실제 실험값은 비커 크기, 잉크 양에 따라 달라질 수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따뜻한 물에서 더 빨리 퍼질까?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온도가 높다 → 입자의 운동이 활발하다 → 확산이 빠르다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확산은 액체보다 기체에서 더 빠르게 일어난다.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진공 속에서는 움직임을 방해하는 다른 입자가 없어서 확산이 가장 빠르다.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 문제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확인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다음 중 확산으로 설명할 수 있는 현상이 아닌 것은?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빵 굽는 냄새가 집 안에 퍼진다.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물에 떨어뜨린 잉크가 퍼진다.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젖은 빨래가 햇볕에 마른다.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④ 방향제 냄새가 방 안에 퍼진다.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⑤ 홍차 티백을 넣은 물의 색이 점점 진해진다.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 문제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확인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다음 현상을 확산과 증발로 분류해 보자.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ㄱ. 꽃향기가 정원 전체에 퍼진다.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ㄴ. 어항의 물이 조금씩 줄어든다.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ㄷ. 물에 설탕을 넣으면 저어 주지 않아도 물 전체가 달아진다.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ㄹ. 손등에 바른 알코올이 금방 마른다.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ㅁ. 모기향 냄새가 방 안에 퍼진다.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ㅂ. 마당에 뿌린 물이 마른다.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확산: 입자가 스스로 움직여 퍼져 나가는 현상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온도가 높을수록 입자 운동이 활발해서 확산이 빠르다.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확산 빠르기: 진공 &gt; 기체 &gt; 액체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